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47BB-0043-E508-A28B-573270177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11FC1-4354-9BDC-F1D9-9FB5A6660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1FB2-DFFC-6D67-855A-BCC2B950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A4055-4033-CB1F-79A8-2CCED215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09472-C28B-1375-0021-443026A9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75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C763-AB77-59D2-0EA6-81F73EF9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763AC-EFCF-A964-0682-4DF7877E7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B36B8-09C3-C5A3-73E8-99E04A93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0FD0D-980D-E2BE-E8EB-79E4ECF2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8A3B6-1210-CB09-1510-DC74B386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23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806B-DD2B-F266-2F00-4699F047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B5064-1DCC-4E44-15BD-023E04A6D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A34E0-57AF-FB53-E967-C020870CD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3DDB-9AC9-6A77-597B-95B25CC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AC506-6E2B-D5E7-867B-3B369D55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61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65A4-70F8-AA23-4676-E3737B76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F0C0-877F-177E-D7E2-9027AD20C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32BCA-58E7-8F6C-501A-F9F855BA4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E7FB6-2B8D-79A0-310B-85C27CCA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76581-A1B0-FCF0-8623-7A9F63FE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67B25-3C3D-7630-0E70-9FB9AF636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264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3108-D85A-09E0-7107-DE580FE1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8C51F-999B-FDCA-B897-780CF1C6C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2C9BA-E6C6-56F1-B181-0713467DE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E4C5E-2B10-7294-3C0C-22AB35D25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FDC22A-FB22-CD8B-32B8-3803C8A77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E2EB0-DAAC-AC8B-B399-85920AAB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38332C-75FA-B6B0-2D32-BE4C522B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2B662-A4A2-FE94-4637-6B174258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6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69A5-C40C-AB51-AFA5-4DAE27C7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F94B5-456F-4527-DA8F-11DEB2A5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088A2-2083-DD85-9DE2-CE1CB893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6A391-848D-E9C2-C84E-DEC2B208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2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1251E-FA76-B47C-E19C-0B166FBC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6EFCA-1390-EAFD-4AA4-CDDCD335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07150-F114-E69C-9B10-612BEB47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11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307B-1C63-6B31-9737-DF6A81AA1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C0384-CD2E-47AC-0C99-128C6F88F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99AAE-F45C-7FD7-3B5E-370840EC7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D663B-3F18-8F99-87C1-621B58D4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F22CA-C4C1-8F98-3C88-06E2EBC0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81F7C-D2CE-717D-BD13-6F0624A5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5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1C29B-12C1-C8E4-514B-40DB14D8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CBD4F-344A-9BF6-18C0-7AD215A28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A4EC8-6199-A01D-773D-3A802EA92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6DFBC-5254-D31D-B660-CCACCA24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05B33-2FAE-1F3D-868E-AE30BBE3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38403-095C-F864-8276-F0E027A8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127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5DCA-F504-6A14-8B4E-EA107197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6D8D2-265B-235F-3496-9BAB054BD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C5FE-D77E-C20A-E5C2-5030B1D4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71C53-96C7-0FFB-62CB-673DB556C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55190-E6BC-2659-FCF6-9583ABA3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78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5D4AE-7861-2BAE-4F68-676831921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75D97-AF0C-957E-C850-97557E4E6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C4B1C-5F3F-209B-7E26-7608D444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7DEE8-AD09-C831-EC50-A0409CFD6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989B-66EF-D370-77AB-111D2B11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242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224F-3A23-B122-7911-F4A8AD3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12553-B33F-4B9F-2DAE-EB80504E1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D8EC9-7A4B-8331-2293-16AD39207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D67D6-032B-6598-5208-71C53375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3CC3F-1E56-D47F-7FE3-B5E78D57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77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78485-066E-B3C8-ED2E-245A7BEC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E75F-B508-DD11-A87A-A4E6D3AAF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4439F-BFF7-4748-D0F7-F543BCB2F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3C435-3C03-4E73-8629-FD8DE9FB121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71C3-FE2B-B418-BCE6-A1FF341D53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7268C-10A1-0047-B316-0C901E93C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C134D-14CC-496F-9786-0410F5D730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5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387B-6246-6A27-761A-CC383241F3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AI-Based Brand Review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142E9-46A8-19E5-50CB-B1DA6555F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Project Review Deck - Current Status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07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80C83-D601-8C53-E80E-94D2EBCC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6A3EC-6E11-BB4B-4797-357035A38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Brands receive massive review volume across platforms.</a:t>
            </a:r>
          </a:p>
          <a:p>
            <a:r>
              <a:rPr lang="en-US"/>
              <a:t>Manual sentiment tracking is slow and inconsistent.</a:t>
            </a:r>
          </a:p>
          <a:p>
            <a:r>
              <a:rPr lang="en-US"/>
              <a:t>Goal: automate sentiment analysis and reputation monitoring.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2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EB21-2B76-066E-1F07-A2B2F773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01D65-D54A-8C62-CE74-35468C93D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End-to-end NLP + ML pipeline for reviews.</a:t>
            </a:r>
          </a:p>
          <a:p>
            <a:r>
              <a:rPr lang="en-US"/>
              <a:t>Dashboard for insights, prediction, and monitoring.</a:t>
            </a:r>
          </a:p>
          <a:p>
            <a:r>
              <a:rPr lang="en-US"/>
              <a:t>Role-based access for Admin, Analyst, Marketing Staff.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75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3B1-61CF-8E43-B338-8248607F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7C2DE-B2B1-DDFB-350D-08EDF9052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Backend: Flask API with session auth and protected routes.</a:t>
            </a:r>
          </a:p>
          <a:p>
            <a:r>
              <a:rPr lang="en-IN"/>
              <a:t>ML Pipeline: preprocessing, TF-IDF features, Logistic Regression model.</a:t>
            </a:r>
          </a:p>
          <a:p>
            <a:r>
              <a:rPr lang="en-IN"/>
              <a:t>Frontend: single-page dashboard with analytics and prediction tools.</a:t>
            </a:r>
          </a:p>
          <a:p>
            <a:r>
              <a:rPr lang="en-IN"/>
              <a:t>Storage: CSV artifacts + optional MongoDB write support.</a:t>
            </a:r>
          </a:p>
        </p:txBody>
      </p:sp>
    </p:spTree>
    <p:extLst>
      <p:ext uri="{BB962C8B-B14F-4D97-AF65-F5344CB8AC3E}">
        <p14:creationId xmlns:p14="http://schemas.microsoft.com/office/powerpoint/2010/main" val="4271043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470AC-E16D-415F-54F0-B9C6D19E0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1659E-E2C9-F20E-3EFF-13511D046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Ingest multi-source CSVs from backend/dataset.</a:t>
            </a:r>
          </a:p>
          <a:p>
            <a:r>
              <a:rPr lang="en-US"/>
              <a:t>Schema normalization and text cleaning.</a:t>
            </a:r>
          </a:p>
          <a:p>
            <a:r>
              <a:rPr lang="en-US"/>
              <a:t>Deduplication and cleaned dataset generation.</a:t>
            </a:r>
          </a:p>
          <a:p>
            <a:r>
              <a:rPr lang="en-US"/>
              <a:t>Feature extraction and model training artifacts persisted.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26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3E96-CAFA-8433-10A0-2DD98707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Model Design and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8256-C36D-5CC0-7072-A1FB71A19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type: 3-class text classification (Positive/Neutral/Negative).</a:t>
            </a:r>
          </a:p>
          <a:p>
            <a:r>
              <a:rPr lang="en-US"/>
              <a:t>Model: TF-IDF + Logistic Regression.</a:t>
            </a:r>
          </a:p>
          <a:p>
            <a:r>
              <a:rPr lang="en-US"/>
              <a:t>Current metrics: Accuracy 86.51%, Macro F1 0.6087.</a:t>
            </a:r>
          </a:p>
          <a:p>
            <a:r>
              <a:rPr lang="en-US"/>
              <a:t>Known gap: Neutral class recall is weak.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760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625C-BB84-BB84-4477-7C426781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Frontend Features Delivered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58ADF-7FED-8BBD-B66B-3D078ECB8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Authentication overlay with login/register and session state.</a:t>
            </a:r>
          </a:p>
          <a:p>
            <a:r>
              <a:rPr lang="en-US"/>
              <a:t>Role-based navigation and route access control.</a:t>
            </a:r>
          </a:p>
          <a:p>
            <a:r>
              <a:rPr lang="en-US"/>
              <a:t>Single review prediction with confidence + rating mismatch warning.</a:t>
            </a:r>
          </a:p>
          <a:p>
            <a:r>
              <a:rPr lang="en-US"/>
              <a:t>Batch prediction with optional save-to-dataset mode.</a:t>
            </a:r>
          </a:p>
          <a:p>
            <a:r>
              <a:rPr lang="en-US"/>
              <a:t>Brand insights and brand comparison panels (manual select).</a:t>
            </a:r>
          </a:p>
          <a:p>
            <a:r>
              <a:rPr lang="en-US"/>
              <a:t>Topbar updated: Time Window + Focus Brand controls.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58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C499-0313-ED09-2BE4-2E6A1265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 and API Features Delivered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7BF8D-7E59-6FF7-0F07-1B77D49E8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Core endpoints: /predict, /predict/batch, /dashboard/*, /auth/*.</a:t>
            </a:r>
          </a:p>
          <a:p>
            <a:r>
              <a:rPr lang="en-IN"/>
              <a:t>Cached summary path for faster dashboard refresh.</a:t>
            </a:r>
          </a:p>
          <a:p>
            <a:r>
              <a:rPr lang="en-IN"/>
              <a:t>Brand score computation and per-brand analytics outputs.</a:t>
            </a:r>
          </a:p>
          <a:p>
            <a:r>
              <a:rPr lang="en-IN"/>
              <a:t>Visualization outputs generated for sentiment, trend, keywords, platform.</a:t>
            </a:r>
          </a:p>
        </p:txBody>
      </p:sp>
    </p:spTree>
    <p:extLst>
      <p:ext uri="{BB962C8B-B14F-4D97-AF65-F5344CB8AC3E}">
        <p14:creationId xmlns:p14="http://schemas.microsoft.com/office/powerpoint/2010/main" val="10185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9BA44-5386-5FEC-11C0-E326E1B3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Current Issues and Mitigations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142AF-1E4C-0E50-D948-BF9470BCD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Issue: occasional prediction/rating mismatch in neutral cases.</a:t>
            </a:r>
          </a:p>
          <a:p>
            <a:r>
              <a:rPr lang="en-US"/>
              <a:t>Mitigation: mismatch warning surfaced in UI.</a:t>
            </a:r>
          </a:p>
          <a:p>
            <a:r>
              <a:rPr lang="en-US"/>
              <a:t>Issue: heavy recompute was slow.</a:t>
            </a:r>
          </a:p>
          <a:p>
            <a:r>
              <a:rPr lang="en-US"/>
              <a:t>Mitigation: refresh switched to cached /dashboard/summary.</a:t>
            </a:r>
          </a:p>
          <a:p>
            <a:r>
              <a:rPr lang="en-US"/>
              <a:t>Issue: auto-filled comparison/insights created noise.</a:t>
            </a:r>
          </a:p>
          <a:p>
            <a:r>
              <a:rPr lang="en-US"/>
              <a:t>Mitigation: panels now stay empty until user selection.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28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CFD5-2483-B5FC-1D47-13FA0D12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33D34-6104-D164-CAE3-0A408D1E9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Upgrade model to DistilBERT/BERT for better context handling.</a:t>
            </a:r>
          </a:p>
          <a:p>
            <a:r>
              <a:rPr lang="en-IN"/>
              <a:t>Improve Neutral class using class balancing and threshold strategy.</a:t>
            </a:r>
          </a:p>
          <a:p>
            <a:r>
              <a:rPr lang="en-IN"/>
              <a:t>Move hardcoded secrets to environment/secret manager.</a:t>
            </a:r>
          </a:p>
          <a:p>
            <a:r>
              <a:rPr lang="en-IN"/>
              <a:t>Add automated tests for API, auth, and regression checks.</a:t>
            </a:r>
          </a:p>
          <a:p>
            <a:r>
              <a:rPr lang="en-IN"/>
              <a:t>Optional: lazy-load dashboard analytics for faster first paint.</a:t>
            </a:r>
          </a:p>
        </p:txBody>
      </p:sp>
    </p:spTree>
    <p:extLst>
      <p:ext uri="{BB962C8B-B14F-4D97-AF65-F5344CB8AC3E}">
        <p14:creationId xmlns:p14="http://schemas.microsoft.com/office/powerpoint/2010/main" val="1921818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AI-Based Brand Review Analysis</vt:lpstr>
      <vt:lpstr>Problem Statement</vt:lpstr>
      <vt:lpstr>Project Scope</vt:lpstr>
      <vt:lpstr>System Architecture</vt:lpstr>
      <vt:lpstr>Data Pipeline</vt:lpstr>
      <vt:lpstr>Model Design and Metrics</vt:lpstr>
      <vt:lpstr>Frontend Features Delivered</vt:lpstr>
      <vt:lpstr>Backend and API Features Delivered</vt:lpstr>
      <vt:lpstr>Current Issues and Mitigations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Sayani</dc:creator>
  <cp:lastModifiedBy>Keerthana Sayani</cp:lastModifiedBy>
  <cp:revision>1</cp:revision>
  <dcterms:created xsi:type="dcterms:W3CDTF">2026-03-05T13:58:55Z</dcterms:created>
  <dcterms:modified xsi:type="dcterms:W3CDTF">2026-03-05T13:58:55Z</dcterms:modified>
</cp:coreProperties>
</file>